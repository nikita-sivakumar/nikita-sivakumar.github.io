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271588" cy="1271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4"/>
  </p:normalViewPr>
  <p:slideViewPr>
    <p:cSldViewPr snapToGrid="0">
      <p:cViewPr>
        <p:scale>
          <a:sx n="400" d="100"/>
          <a:sy n="400" d="100"/>
        </p:scale>
        <p:origin x="343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69" y="208105"/>
            <a:ext cx="1080850" cy="442701"/>
          </a:xfrm>
        </p:spPr>
        <p:txBody>
          <a:bodyPr anchor="b"/>
          <a:lstStyle>
            <a:lvl1pPr algn="ctr">
              <a:defRPr sz="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949" y="667878"/>
            <a:ext cx="953691" cy="307006"/>
          </a:xfrm>
        </p:spPr>
        <p:txBody>
          <a:bodyPr/>
          <a:lstStyle>
            <a:lvl1pPr marL="0" indent="0" algn="ctr">
              <a:buNone/>
              <a:defRPr sz="334"/>
            </a:lvl1pPr>
            <a:lvl2pPr marL="63597" indent="0" algn="ctr">
              <a:buNone/>
              <a:defRPr sz="278"/>
            </a:lvl2pPr>
            <a:lvl3pPr marL="127193" indent="0" algn="ctr">
              <a:buNone/>
              <a:defRPr sz="250"/>
            </a:lvl3pPr>
            <a:lvl4pPr marL="190790" indent="0" algn="ctr">
              <a:buNone/>
              <a:defRPr sz="223"/>
            </a:lvl4pPr>
            <a:lvl5pPr marL="254386" indent="0" algn="ctr">
              <a:buNone/>
              <a:defRPr sz="223"/>
            </a:lvl5pPr>
            <a:lvl6pPr marL="317983" indent="0" algn="ctr">
              <a:buNone/>
              <a:defRPr sz="223"/>
            </a:lvl6pPr>
            <a:lvl7pPr marL="381579" indent="0" algn="ctr">
              <a:buNone/>
              <a:defRPr sz="223"/>
            </a:lvl7pPr>
            <a:lvl8pPr marL="445176" indent="0" algn="ctr">
              <a:buNone/>
              <a:defRPr sz="223"/>
            </a:lvl8pPr>
            <a:lvl9pPr marL="508772" indent="0" algn="ctr">
              <a:buNone/>
              <a:defRPr sz="2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9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9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59" y="317014"/>
            <a:ext cx="1096745" cy="528945"/>
          </a:xfrm>
        </p:spPr>
        <p:txBody>
          <a:bodyPr anchor="b"/>
          <a:lstStyle>
            <a:lvl1pPr>
              <a:defRPr sz="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59" y="850963"/>
            <a:ext cx="1096745" cy="278160"/>
          </a:xfrm>
        </p:spPr>
        <p:txBody>
          <a:bodyPr/>
          <a:lstStyle>
            <a:lvl1pPr marL="0" indent="0">
              <a:buNone/>
              <a:defRPr sz="334">
                <a:solidFill>
                  <a:schemeClr val="tx1">
                    <a:tint val="82000"/>
                  </a:schemeClr>
                </a:solidFill>
              </a:defRPr>
            </a:lvl1pPr>
            <a:lvl2pPr marL="63597" indent="0">
              <a:buNone/>
              <a:defRPr sz="278">
                <a:solidFill>
                  <a:schemeClr val="tx1">
                    <a:tint val="82000"/>
                  </a:schemeClr>
                </a:solidFill>
              </a:defRPr>
            </a:lvl2pPr>
            <a:lvl3pPr marL="127193" indent="0">
              <a:buNone/>
              <a:defRPr sz="250">
                <a:solidFill>
                  <a:schemeClr val="tx1">
                    <a:tint val="82000"/>
                  </a:schemeClr>
                </a:solidFill>
              </a:defRPr>
            </a:lvl3pPr>
            <a:lvl4pPr marL="190790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4pPr>
            <a:lvl5pPr marL="254386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5pPr>
            <a:lvl6pPr marL="317983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6pPr>
            <a:lvl7pPr marL="381579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7pPr>
            <a:lvl8pPr marL="445176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8pPr>
            <a:lvl9pPr marL="508772" indent="0">
              <a:buNone/>
              <a:defRPr sz="2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2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422" y="338501"/>
            <a:ext cx="540425" cy="806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741" y="338501"/>
            <a:ext cx="540425" cy="8068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5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67700"/>
            <a:ext cx="1096745" cy="2457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588" y="311716"/>
            <a:ext cx="537941" cy="152767"/>
          </a:xfrm>
        </p:spPr>
        <p:txBody>
          <a:bodyPr anchor="b"/>
          <a:lstStyle>
            <a:lvl1pPr marL="0" indent="0">
              <a:buNone/>
              <a:defRPr sz="334" b="1"/>
            </a:lvl1pPr>
            <a:lvl2pPr marL="63597" indent="0">
              <a:buNone/>
              <a:defRPr sz="278" b="1"/>
            </a:lvl2pPr>
            <a:lvl3pPr marL="127193" indent="0">
              <a:buNone/>
              <a:defRPr sz="250" b="1"/>
            </a:lvl3pPr>
            <a:lvl4pPr marL="190790" indent="0">
              <a:buNone/>
              <a:defRPr sz="223" b="1"/>
            </a:lvl4pPr>
            <a:lvl5pPr marL="254386" indent="0">
              <a:buNone/>
              <a:defRPr sz="223" b="1"/>
            </a:lvl5pPr>
            <a:lvl6pPr marL="317983" indent="0">
              <a:buNone/>
              <a:defRPr sz="223" b="1"/>
            </a:lvl6pPr>
            <a:lvl7pPr marL="381579" indent="0">
              <a:buNone/>
              <a:defRPr sz="223" b="1"/>
            </a:lvl7pPr>
            <a:lvl8pPr marL="445176" indent="0">
              <a:buNone/>
              <a:defRPr sz="223" b="1"/>
            </a:lvl8pPr>
            <a:lvl9pPr marL="508772" indent="0">
              <a:buNone/>
              <a:defRPr sz="2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588" y="464483"/>
            <a:ext cx="537941" cy="683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741" y="311716"/>
            <a:ext cx="540591" cy="152767"/>
          </a:xfrm>
        </p:spPr>
        <p:txBody>
          <a:bodyPr anchor="b"/>
          <a:lstStyle>
            <a:lvl1pPr marL="0" indent="0">
              <a:buNone/>
              <a:defRPr sz="334" b="1"/>
            </a:lvl1pPr>
            <a:lvl2pPr marL="63597" indent="0">
              <a:buNone/>
              <a:defRPr sz="278" b="1"/>
            </a:lvl2pPr>
            <a:lvl3pPr marL="127193" indent="0">
              <a:buNone/>
              <a:defRPr sz="250" b="1"/>
            </a:lvl3pPr>
            <a:lvl4pPr marL="190790" indent="0">
              <a:buNone/>
              <a:defRPr sz="223" b="1"/>
            </a:lvl4pPr>
            <a:lvl5pPr marL="254386" indent="0">
              <a:buNone/>
              <a:defRPr sz="223" b="1"/>
            </a:lvl5pPr>
            <a:lvl6pPr marL="317983" indent="0">
              <a:buNone/>
              <a:defRPr sz="223" b="1"/>
            </a:lvl6pPr>
            <a:lvl7pPr marL="381579" indent="0">
              <a:buNone/>
              <a:defRPr sz="223" b="1"/>
            </a:lvl7pPr>
            <a:lvl8pPr marL="445176" indent="0">
              <a:buNone/>
              <a:defRPr sz="223" b="1"/>
            </a:lvl8pPr>
            <a:lvl9pPr marL="508772" indent="0">
              <a:buNone/>
              <a:defRPr sz="2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3741" y="464483"/>
            <a:ext cx="540591" cy="683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3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7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2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84772"/>
            <a:ext cx="410120" cy="296704"/>
          </a:xfrm>
        </p:spPr>
        <p:txBody>
          <a:bodyPr anchor="b"/>
          <a:lstStyle>
            <a:lvl1pPr>
              <a:defRPr sz="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591" y="183085"/>
            <a:ext cx="643741" cy="903652"/>
          </a:xfrm>
        </p:spPr>
        <p:txBody>
          <a:bodyPr/>
          <a:lstStyle>
            <a:lvl1pPr>
              <a:defRPr sz="445"/>
            </a:lvl1pPr>
            <a:lvl2pPr>
              <a:defRPr sz="389"/>
            </a:lvl2pPr>
            <a:lvl3pPr>
              <a:defRPr sz="334"/>
            </a:lvl3pPr>
            <a:lvl4pPr>
              <a:defRPr sz="278"/>
            </a:lvl4pPr>
            <a:lvl5pPr>
              <a:defRPr sz="278"/>
            </a:lvl5pPr>
            <a:lvl6pPr>
              <a:defRPr sz="278"/>
            </a:lvl6pPr>
            <a:lvl7pPr>
              <a:defRPr sz="278"/>
            </a:lvl7pPr>
            <a:lvl8pPr>
              <a:defRPr sz="278"/>
            </a:lvl8pPr>
            <a:lvl9pPr>
              <a:defRPr sz="2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587" y="381477"/>
            <a:ext cx="410120" cy="706732"/>
          </a:xfrm>
        </p:spPr>
        <p:txBody>
          <a:bodyPr/>
          <a:lstStyle>
            <a:lvl1pPr marL="0" indent="0">
              <a:buNone/>
              <a:defRPr sz="223"/>
            </a:lvl1pPr>
            <a:lvl2pPr marL="63597" indent="0">
              <a:buNone/>
              <a:defRPr sz="195"/>
            </a:lvl2pPr>
            <a:lvl3pPr marL="127193" indent="0">
              <a:buNone/>
              <a:defRPr sz="167"/>
            </a:lvl3pPr>
            <a:lvl4pPr marL="190790" indent="0">
              <a:buNone/>
              <a:defRPr sz="139"/>
            </a:lvl4pPr>
            <a:lvl5pPr marL="254386" indent="0">
              <a:buNone/>
              <a:defRPr sz="139"/>
            </a:lvl5pPr>
            <a:lvl6pPr marL="317983" indent="0">
              <a:buNone/>
              <a:defRPr sz="139"/>
            </a:lvl6pPr>
            <a:lvl7pPr marL="381579" indent="0">
              <a:buNone/>
              <a:defRPr sz="139"/>
            </a:lvl7pPr>
            <a:lvl8pPr marL="445176" indent="0">
              <a:buNone/>
              <a:defRPr sz="139"/>
            </a:lvl8pPr>
            <a:lvl9pPr marL="508772" indent="0">
              <a:buNone/>
              <a:defRPr sz="1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6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87" y="84772"/>
            <a:ext cx="410120" cy="296704"/>
          </a:xfrm>
        </p:spPr>
        <p:txBody>
          <a:bodyPr anchor="b"/>
          <a:lstStyle>
            <a:lvl1pPr>
              <a:defRPr sz="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0591" y="183085"/>
            <a:ext cx="643741" cy="903652"/>
          </a:xfrm>
        </p:spPr>
        <p:txBody>
          <a:bodyPr anchor="t"/>
          <a:lstStyle>
            <a:lvl1pPr marL="0" indent="0">
              <a:buNone/>
              <a:defRPr sz="445"/>
            </a:lvl1pPr>
            <a:lvl2pPr marL="63597" indent="0">
              <a:buNone/>
              <a:defRPr sz="389"/>
            </a:lvl2pPr>
            <a:lvl3pPr marL="127193" indent="0">
              <a:buNone/>
              <a:defRPr sz="334"/>
            </a:lvl3pPr>
            <a:lvl4pPr marL="190790" indent="0">
              <a:buNone/>
              <a:defRPr sz="278"/>
            </a:lvl4pPr>
            <a:lvl5pPr marL="254386" indent="0">
              <a:buNone/>
              <a:defRPr sz="278"/>
            </a:lvl5pPr>
            <a:lvl6pPr marL="317983" indent="0">
              <a:buNone/>
              <a:defRPr sz="278"/>
            </a:lvl6pPr>
            <a:lvl7pPr marL="381579" indent="0">
              <a:buNone/>
              <a:defRPr sz="278"/>
            </a:lvl7pPr>
            <a:lvl8pPr marL="445176" indent="0">
              <a:buNone/>
              <a:defRPr sz="278"/>
            </a:lvl8pPr>
            <a:lvl9pPr marL="508772" indent="0">
              <a:buNone/>
              <a:defRPr sz="27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587" y="381477"/>
            <a:ext cx="410120" cy="706732"/>
          </a:xfrm>
        </p:spPr>
        <p:txBody>
          <a:bodyPr/>
          <a:lstStyle>
            <a:lvl1pPr marL="0" indent="0">
              <a:buNone/>
              <a:defRPr sz="223"/>
            </a:lvl1pPr>
            <a:lvl2pPr marL="63597" indent="0">
              <a:buNone/>
              <a:defRPr sz="195"/>
            </a:lvl2pPr>
            <a:lvl3pPr marL="127193" indent="0">
              <a:buNone/>
              <a:defRPr sz="167"/>
            </a:lvl3pPr>
            <a:lvl4pPr marL="190790" indent="0">
              <a:buNone/>
              <a:defRPr sz="139"/>
            </a:lvl4pPr>
            <a:lvl5pPr marL="254386" indent="0">
              <a:buNone/>
              <a:defRPr sz="139"/>
            </a:lvl5pPr>
            <a:lvl6pPr marL="317983" indent="0">
              <a:buNone/>
              <a:defRPr sz="139"/>
            </a:lvl6pPr>
            <a:lvl7pPr marL="381579" indent="0">
              <a:buNone/>
              <a:defRPr sz="139"/>
            </a:lvl7pPr>
            <a:lvl8pPr marL="445176" indent="0">
              <a:buNone/>
              <a:defRPr sz="139"/>
            </a:lvl8pPr>
            <a:lvl9pPr marL="508772" indent="0">
              <a:buNone/>
              <a:defRPr sz="1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1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2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9980" y="67700"/>
            <a:ext cx="274186" cy="1077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422" y="67700"/>
            <a:ext cx="806664" cy="1077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4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422" y="67700"/>
            <a:ext cx="1096745" cy="245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422" y="338501"/>
            <a:ext cx="1096745" cy="80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422" y="1178574"/>
            <a:ext cx="286107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0E4F2-C9B5-3A48-ACAD-C1D55FBD0304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1214" y="1178574"/>
            <a:ext cx="429161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8059" y="1178574"/>
            <a:ext cx="286107" cy="6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6DC03-F65C-204E-B1B8-ACA376524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9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7193" rtl="0" eaLnBrk="1" latinLnBrk="0" hangingPunct="1">
        <a:lnSpc>
          <a:spcPct val="90000"/>
        </a:lnSpc>
        <a:spcBef>
          <a:spcPct val="0"/>
        </a:spcBef>
        <a:buNone/>
        <a:defRPr sz="6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798" indent="-31798" algn="l" defTabSz="127193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389" kern="1200">
          <a:solidFill>
            <a:schemeClr val="tx1"/>
          </a:solidFill>
          <a:latin typeface="+mn-lt"/>
          <a:ea typeface="+mn-ea"/>
          <a:cs typeface="+mn-cs"/>
        </a:defRPr>
      </a:lvl1pPr>
      <a:lvl2pPr marL="95395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334" kern="1200">
          <a:solidFill>
            <a:schemeClr val="tx1"/>
          </a:solidFill>
          <a:latin typeface="+mn-lt"/>
          <a:ea typeface="+mn-ea"/>
          <a:cs typeface="+mn-cs"/>
        </a:defRPr>
      </a:lvl2pPr>
      <a:lvl3pPr marL="158991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78" kern="1200">
          <a:solidFill>
            <a:schemeClr val="tx1"/>
          </a:solidFill>
          <a:latin typeface="+mn-lt"/>
          <a:ea typeface="+mn-ea"/>
          <a:cs typeface="+mn-cs"/>
        </a:defRPr>
      </a:lvl3pPr>
      <a:lvl4pPr marL="222588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4pPr>
      <a:lvl5pPr marL="286184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5pPr>
      <a:lvl6pPr marL="349781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6pPr>
      <a:lvl7pPr marL="413377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7pPr>
      <a:lvl8pPr marL="476974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8pPr>
      <a:lvl9pPr marL="540570" indent="-31798" algn="l" defTabSz="127193" rtl="0" eaLnBrk="1" latinLnBrk="0" hangingPunct="1">
        <a:lnSpc>
          <a:spcPct val="90000"/>
        </a:lnSpc>
        <a:spcBef>
          <a:spcPts val="70"/>
        </a:spcBef>
        <a:buFont typeface="Arial" panose="020B0604020202020204" pitchFamily="34" charset="0"/>
        <a:buChar char="•"/>
        <a:defRPr sz="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1pPr>
      <a:lvl2pPr marL="63597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2pPr>
      <a:lvl3pPr marL="127193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3pPr>
      <a:lvl4pPr marL="190790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4pPr>
      <a:lvl5pPr marL="254386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5pPr>
      <a:lvl6pPr marL="317983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6pPr>
      <a:lvl7pPr marL="381579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7pPr>
      <a:lvl8pPr marL="445176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8pPr>
      <a:lvl9pPr marL="508772" algn="l" defTabSz="127193" rtl="0" eaLnBrk="1" latinLnBrk="0" hangingPunct="1">
        <a:defRPr sz="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Picture 386">
            <a:extLst>
              <a:ext uri="{FF2B5EF4-FFF2-40B4-BE49-F238E27FC236}">
                <a16:creationId xmlns:a16="http://schemas.microsoft.com/office/drawing/2014/main" id="{7A0F2E1C-D9F4-A261-081B-C99728963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0" y="0"/>
            <a:ext cx="1211707" cy="1271588"/>
          </a:xfrm>
          <a:prstGeom prst="rect">
            <a:avLst/>
          </a:prstGeom>
        </p:spPr>
      </p:pic>
      <p:sp>
        <p:nvSpPr>
          <p:cNvPr id="388" name="Rectangle 387">
            <a:extLst>
              <a:ext uri="{FF2B5EF4-FFF2-40B4-BE49-F238E27FC236}">
                <a16:creationId xmlns:a16="http://schemas.microsoft.com/office/drawing/2014/main" id="{EB568975-FB4F-4877-CF9D-EF7013A913C3}"/>
              </a:ext>
            </a:extLst>
          </p:cNvPr>
          <p:cNvSpPr/>
          <p:nvPr/>
        </p:nvSpPr>
        <p:spPr>
          <a:xfrm>
            <a:off x="1133475" y="133350"/>
            <a:ext cx="76200" cy="61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054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17D665-F7BD-4204-90FA-04197F988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1"/>
          <a:stretch>
            <a:fillRect/>
          </a:stretch>
        </p:blipFill>
        <p:spPr>
          <a:xfrm>
            <a:off x="12700" y="97360"/>
            <a:ext cx="1231900" cy="10768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252F7C-82AD-E529-16BB-64BF39EF75F0}"/>
              </a:ext>
            </a:extLst>
          </p:cNvPr>
          <p:cNvSpPr/>
          <p:nvPr/>
        </p:nvSpPr>
        <p:spPr>
          <a:xfrm>
            <a:off x="584200" y="1038225"/>
            <a:ext cx="660400" cy="136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9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0</Words>
  <Application>Microsoft Macintosh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Sivakumar</dc:creator>
  <cp:lastModifiedBy>Nikita Sivakumar</cp:lastModifiedBy>
  <cp:revision>3</cp:revision>
  <cp:lastPrinted>2025-12-12T02:30:36Z</cp:lastPrinted>
  <dcterms:created xsi:type="dcterms:W3CDTF">2025-12-12T01:35:43Z</dcterms:created>
  <dcterms:modified xsi:type="dcterms:W3CDTF">2025-12-12T02:30:49Z</dcterms:modified>
</cp:coreProperties>
</file>